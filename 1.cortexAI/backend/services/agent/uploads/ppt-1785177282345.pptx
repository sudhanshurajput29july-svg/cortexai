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554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Social Media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BEAFE"/>
                </a:solidFill>
              </a:rPr>
              <a:t>Understanding the Power of Online Platforms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0" y="6309360"/>
            <a:ext cx="1218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DBFE"/>
                </a:solidFill>
              </a:rPr>
              <a:t>Generated By CortexAI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Introduction to Social Media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618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Facebook has over 2.7 billion monthly active users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476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56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Instagram has over 1 billion active users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334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Twitter has over 440 million active users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33192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2278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Social media is a key component of digital marketing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0050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9136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Online presence is crucial for businesses and individuals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064240" y="6309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1/6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309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CortexAI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Benefits of Social Media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618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Increases brand awareness and reach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476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56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Provides a platform for customer engagement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334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Enables targeted advertising and marketing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33192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2278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Helps to build and maintain a community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0050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9136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Supports customer service and feedback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064240" y="6309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2/6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309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CortexAI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Popular Social Media Platforms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618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Facebook is the largest social media platform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476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56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Instagram is a visual-centric platform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334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Twitter is ideal for real-time updates and news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33192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2278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LinkedIn is a professional networking platform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0050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9136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YouTube is a video-sharing platform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064240" y="6309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3/6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309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CortexAI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Social Media Marketing Strategies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618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Content marketing is a key strategy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476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56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Influencer marketing can be highly effective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334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Paid advertising is a popular option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33192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2278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Email marketing can be used in conjunction with social media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0050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9136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User-generated content can be a powerful tool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064240" y="6309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4/6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309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CortexAI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Measuring Social Media Success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618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Engagement metrics include likes and comments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476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56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Follower growth is an important metric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334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Conversions and sales are key performance indicators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33192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2278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Sentiment analysis can provide valuable insights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0050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9136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Return on investment is a crucial metric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064240" y="6309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5/6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309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CortexAI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Future of Social Media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618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Artificial intelligence will play a larger role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476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56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Virtual and augmented reality will become more prevalent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334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Social media will become even more integrated with daily life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33192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2278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New platforms and features will continue to emerge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0050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9136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Privacy and security concerns will need to be addressed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064240" y="6309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6/6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309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CortexAI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Thank You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0" y="6309360"/>
            <a:ext cx="1218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Generated By CortexAI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CortexAI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Social Media Overview</dc:title>
  <dc:subject>Social Media Overview</dc:subject>
  <dc:creator>CortexAI</dc:creator>
  <cp:lastModifiedBy>CortexAI</cp:lastModifiedBy>
  <cp:revision>1</cp:revision>
  <dcterms:created xsi:type="dcterms:W3CDTF">2026-07-27T18:34:42Z</dcterms:created>
  <dcterms:modified xsi:type="dcterms:W3CDTF">2026-07-27T18:34:42Z</dcterms:modified>
</cp:coreProperties>
</file>