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563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64592"/>
          </a:xfrm>
          <a:prstGeom prst="rect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155448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Prime Ministers of India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914400" y="256032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DBEAFE"/>
                </a:solidFill>
              </a:rPr>
              <a:t>Leaders Who Shaped the Nation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0" y="6309360"/>
            <a:ext cx="1218895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FDBFE"/>
                </a:solidFill>
              </a:rPr>
              <a:t>Generated By CortexAI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563EB"/>
                </a:solidFill>
              </a:rPr>
              <a:t>Introduction to Indian PMs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48640" y="777240"/>
            <a:ext cx="10972800" cy="0"/>
          </a:xfrm>
          <a:prstGeom prst="line">
            <a:avLst/>
          </a:prstGeom>
          <a:noFill/>
          <a:ln w="15240">
            <a:solidFill>
              <a:srgbClr val="E2E8F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097280"/>
            <a:ext cx="10972800" cy="530352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41248" y="1261872"/>
            <a:ext cx="109728" cy="10972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97280" y="1170432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334155"/>
                </a:solidFill>
              </a:rPr>
              <a:t>First PM: Jawaharlal Nehru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1783080"/>
            <a:ext cx="10972800" cy="530352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41248" y="1947672"/>
            <a:ext cx="109728" cy="10972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97280" y="1856232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334155"/>
                </a:solidFill>
              </a:rPr>
              <a:t>Longest Serving PM: Jawaharlal Nehru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40080" y="2468880"/>
            <a:ext cx="10972800" cy="530352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41248" y="2633472"/>
            <a:ext cx="109728" cy="10972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97280" y="2542032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334155"/>
                </a:solidFill>
              </a:rPr>
              <a:t>Total Number of PMs: 17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1064240" y="6309360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1/5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48640" y="6309360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CortexAI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563EB"/>
                </a:solidFill>
              </a:rPr>
              <a:t>Notable Prime Ministers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48640" y="777240"/>
            <a:ext cx="10972800" cy="0"/>
          </a:xfrm>
          <a:prstGeom prst="line">
            <a:avLst/>
          </a:prstGeom>
          <a:noFill/>
          <a:ln w="15240">
            <a:solidFill>
              <a:srgbClr val="E2E8F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097280"/>
            <a:ext cx="10972800" cy="530352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41248" y="1261872"/>
            <a:ext cx="109728" cy="10972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97280" y="1170432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334155"/>
                </a:solidFill>
              </a:rPr>
              <a:t>Jawaharlal Nehru (1947-1964)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1783080"/>
            <a:ext cx="10972800" cy="530352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41248" y="1947672"/>
            <a:ext cx="109728" cy="10972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97280" y="1856232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334155"/>
                </a:solidFill>
              </a:rPr>
              <a:t>Indira Gandhi (1966-1977, 1980-1984)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40080" y="2468880"/>
            <a:ext cx="10972800" cy="530352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41248" y="2633472"/>
            <a:ext cx="109728" cy="10972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97280" y="2542032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334155"/>
                </a:solidFill>
              </a:rPr>
              <a:t>Atal Bihari Vajpayee (1998-2004)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1064240" y="6309360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2/5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48640" y="6309360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CortexAI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563EB"/>
                </a:solidFill>
              </a:rPr>
              <a:t>Recent Prime Ministers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48640" y="777240"/>
            <a:ext cx="10972800" cy="0"/>
          </a:xfrm>
          <a:prstGeom prst="line">
            <a:avLst/>
          </a:prstGeom>
          <a:noFill/>
          <a:ln w="15240">
            <a:solidFill>
              <a:srgbClr val="E2E8F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097280"/>
            <a:ext cx="10972800" cy="530352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41248" y="1261872"/>
            <a:ext cx="109728" cy="10972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97280" y="1170432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334155"/>
                </a:solidFill>
              </a:rPr>
              <a:t>Manmohan Singh (2004-2014)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1783080"/>
            <a:ext cx="10972800" cy="530352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41248" y="1947672"/>
            <a:ext cx="109728" cy="10972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97280" y="1856232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334155"/>
                </a:solidFill>
              </a:rPr>
              <a:t>Narendra Modi (2014-present)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40080" y="2468880"/>
            <a:ext cx="10972800" cy="530352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41248" y="2633472"/>
            <a:ext cx="109728" cy="10972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97280" y="2542032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334155"/>
                </a:solidFill>
              </a:rPr>
              <a:t>Achievements and Challenges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1064240" y="6309360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3/5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48640" y="6309360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CortexAI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563EB"/>
                </a:solidFill>
              </a:rPr>
              <a:t>Role of the Prime Minister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48640" y="777240"/>
            <a:ext cx="10972800" cy="0"/>
          </a:xfrm>
          <a:prstGeom prst="line">
            <a:avLst/>
          </a:prstGeom>
          <a:noFill/>
          <a:ln w="15240">
            <a:solidFill>
              <a:srgbClr val="E2E8F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097280"/>
            <a:ext cx="10972800" cy="530352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41248" y="1261872"/>
            <a:ext cx="109728" cy="10972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97280" y="1170432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334155"/>
                </a:solidFill>
              </a:rPr>
              <a:t>Head of Government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1783080"/>
            <a:ext cx="10972800" cy="530352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41248" y="1947672"/>
            <a:ext cx="109728" cy="10972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97280" y="1856232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334155"/>
                </a:solidFill>
              </a:rPr>
              <a:t>Leader of the House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40080" y="2468880"/>
            <a:ext cx="10972800" cy="530352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41248" y="2633472"/>
            <a:ext cx="109728" cy="10972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97280" y="2542032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334155"/>
                </a:solidFill>
              </a:rPr>
              <a:t>National Security and Foreign Policy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1064240" y="6309360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4/5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48640" y="6309360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CortexAI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563EB"/>
                </a:solidFill>
              </a:rPr>
              <a:t>Conclusion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48640" y="777240"/>
            <a:ext cx="10972800" cy="0"/>
          </a:xfrm>
          <a:prstGeom prst="line">
            <a:avLst/>
          </a:prstGeom>
          <a:noFill/>
          <a:ln w="15240">
            <a:solidFill>
              <a:srgbClr val="E2E8F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097280"/>
            <a:ext cx="10972800" cy="530352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41248" y="1261872"/>
            <a:ext cx="109728" cy="10972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97280" y="1170432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334155"/>
                </a:solidFill>
              </a:rPr>
              <a:t>Importance of Strong Leadership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1783080"/>
            <a:ext cx="10972800" cy="530352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41248" y="1947672"/>
            <a:ext cx="109728" cy="10972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97280" y="1856232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334155"/>
                </a:solidFill>
              </a:rPr>
              <a:t>Legacy of Indian Prime Ministers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40080" y="2468880"/>
            <a:ext cx="10972800" cy="530352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41248" y="2633472"/>
            <a:ext cx="109728" cy="10972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97280" y="2542032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334155"/>
                </a:solidFill>
              </a:rPr>
              <a:t>Future of Indian Politics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1064240" y="6309360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5/5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48640" y="6309360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CortexAI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2011680"/>
            <a:ext cx="1218895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Thank You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0" y="6309360"/>
            <a:ext cx="1218895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Generated By CortexAI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CortexAI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Prime Ministers of India</dc:title>
  <dc:subject>Prime Ministers of India</dc:subject>
  <dc:creator>CortexAI</dc:creator>
  <cp:lastModifiedBy>CortexAI</cp:lastModifiedBy>
  <cp:revision>1</cp:revision>
  <dcterms:created xsi:type="dcterms:W3CDTF">2026-07-30T21:20:35Z</dcterms:created>
  <dcterms:modified xsi:type="dcterms:W3CDTF">2026-07-30T21:20:35Z</dcterms:modified>
</cp:coreProperties>
</file>