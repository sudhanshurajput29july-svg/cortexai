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Social Media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BEAFE"/>
                </a:solidFill>
              </a:rPr>
              <a:t>Understanding the Power of Social Media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630936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Generated By CortexAI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Introduction to Social Media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Social media is a form of electronic communication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Used for sharing information and ideas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Platforms include Facebook, Twitter, and Instagram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Over 4 billion people use social media worldwide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Social media is a key part of modern life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Benefits of Social Media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Connects people from all over the world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Provides access to a vast amount of information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Enables businesses to reach a wide audience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Facilitates networking and collaboration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Supports education and learning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Types of Social Media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Social networking sites, such as Facebook and LinkedIn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Microblogging sites, such as Twitter and Tumblr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Photo and video sharing sites, such as Instagram and YouTube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Blog sites, such as WordPress and Blogger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Forum sites, such as Reddit and Quora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Social Media Marketing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Used to promote products and services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Helps to increase brand awareness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Enables targeted advertising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Provides analytics to track performance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Supports customer engagement and retention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Social Media Challenges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Cyberbullying and online harassment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Fake news and disinformation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Addiction and mental health concerns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Privacy and security issues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Dependence on technology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Future of Social Media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Expected to continue growing in popularity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New technologies, such as VR and AR, will be integrated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More focus on privacy and security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Increased use of social media for education and training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More emphasis on social media responsibility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630936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Generated By CortexAI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CortexAI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Overview</dc:title>
  <dc:subject>Social Media Overview</dc:subject>
  <dc:creator>CortexAI</dc:creator>
  <cp:lastModifiedBy>CortexAI</cp:lastModifiedBy>
  <cp:revision>1</cp:revision>
  <dcterms:created xsi:type="dcterms:W3CDTF">2026-07-27T18:35:20Z</dcterms:created>
  <dcterms:modified xsi:type="dcterms:W3CDTF">2026-07-27T18:35:20Z</dcterms:modified>
</cp:coreProperties>
</file>