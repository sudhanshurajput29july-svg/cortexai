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Media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Impact of Social Media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powerful tool for communication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Used by billions of people worldwide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Platforms include Facebook, Twitter, and Instagram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influences modern society and culture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Helps to connect people across the globe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Popular Social Media Platforms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Facebook is the largest social media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Twitter is known for real-time updates and news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Instagram is a visual-based platform for sharing photos and videos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LinkedIn is a professional networking site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TikTok is a short-form video sharing platform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Marketing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Businesses use social media for advertising and promotion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Influencer marketing is a key strategy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analytics help track engagement and performance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Content creation is crucial for social media marketing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Paid social media ads can increase brand awareness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Impact on Society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affects mental health and wellbeing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Can be used to spread misinformation and fake news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influences purchasing decisions and consumer behavior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Helps to raise awareness for social causes and charity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Can be used for educational purposes and online learning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Security and Safety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Online harassment and cyberbullying are concerns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Data privacy and security are important issues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Strong passwords and two-factor authentication are recommended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Being cautious when clicking on links and downloading attachments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Reporting suspicious activity and online threats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The Future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Artificial intelligence and machine learning will play a role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Virtual and augmented reality will change the social media landscape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will continue to evolve and adapt to user needs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New platforms and features will emerge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will remain a vital part of modern life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Overview</dc:title>
  <dc:subject>Social Media Overview</dc:subject>
  <dc:creator>CortexAI</dc:creator>
  <cp:lastModifiedBy>CortexAI</cp:lastModifiedBy>
  <cp:revision>1</cp:revision>
  <dcterms:created xsi:type="dcterms:W3CDTF">2026-07-27T18:42:32Z</dcterms:created>
  <dcterms:modified xsi:type="dcterms:W3CDTF">2026-07-27T18:42:32Z</dcterms:modified>
</cp:coreProperties>
</file>