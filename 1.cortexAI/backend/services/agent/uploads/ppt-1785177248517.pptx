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Social Media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Understanding the Power of Social Media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Introduction to Social Media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Social media is a forms of electronic communication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Used for sharing information and ideas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Platforms include Facebook, Twitter, and Instagram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Over 4 billion people use social media worldwide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Social media is a key part of modern life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Benefits of Social Media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Connects people from all over the world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Provides a platform for self-expression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Enables businesses to reach a wider audience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Facilitates networking and community building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Offers a wide range of entertainment options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Types of Social Media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Social networking sites like Facebook and Twitter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Image and video sharing sites like Instagram and YouTube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Blogging and microblogging sites like Medium and Tumblr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Forum and discussion sites like Reddit and Quora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Review and rating sites like Yelp and TripAdvisor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Social Media Marketing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Used to promote products and services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Helps to increase brand awareness and reach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Enables targeted advertising and engagement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Provides analytics and metrics for tracking performance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Supports customer service and feedback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Social Media Challenges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Cyberbullying and online harassment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Fake news and misinformation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Addiction and mental health concerns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Privacy and data security issues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Dependence on technology and screens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Future of Social Media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Increased use of artificial intelligence and automation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More emphasis on virtual and augmented reality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Growing importance of social media for business and marketing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Greater focus on social media regulation and ethics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Continued evolution of social media platforms and features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CortexAI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Overview</dc:title>
  <dc:subject>Social Media Overview</dc:subject>
  <dc:creator>CortexAI</dc:creator>
  <cp:lastModifiedBy>CortexAI</cp:lastModifiedBy>
  <cp:revision>1</cp:revision>
  <dcterms:created xsi:type="dcterms:W3CDTF">2026-07-27T18:34:08Z</dcterms:created>
  <dcterms:modified xsi:type="dcterms:W3CDTF">2026-07-27T18:34:08Z</dcterms:modified>
</cp:coreProperties>
</file>