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554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Social Media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Understanding the World of Online Platforms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Introduction to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Facebook is the largest social media platform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Instagram is a visual-based platform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Twitter is ideal for real-time updates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LinkedIn is focused on professional networking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YouTube is a video-based platform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Benefits of Social Media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Increased brand awareness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Improved customer engagement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Targeted advertising options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Enhanced customer service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Competitor analysis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Platforms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Facebook has over 2.7 billion monthly users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Instagram has over 1 billion active users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Twitter has over 440 million monthly users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LinkedIn has over 700 million users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TikTok is a growing platform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Marketing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Content creation is key to success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Influencer marketing can be effective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Paid advertising is a popular option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Engagement is crucial for success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Analytics help track performance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Social Media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Define target audience and goals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Choose relevant social media platforms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Create a content calendar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Engage with followers and respond to comments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Monitor and adjust strategy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Measuring Social Media Success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0972800" cy="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704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Track engagement metrics such as likes and comments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Monitor follower growth and retention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26334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5420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Use analytics tools to track performance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10972800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33192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27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Set and track key performance indicators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7280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4005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</a:rPr>
              <a:t>Adjust strategy based on data insights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064240" y="6309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6/6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CortexAI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30936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Generated By CortexAI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CortexAI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Overview</dc:title>
  <dc:subject>Social Media Overview</dc:subject>
  <dc:creator>CortexAI</dc:creator>
  <cp:lastModifiedBy>CortexAI</cp:lastModifiedBy>
  <cp:revision>1</cp:revision>
  <dcterms:created xsi:type="dcterms:W3CDTF">2026-07-27T18:36:24Z</dcterms:created>
  <dcterms:modified xsi:type="dcterms:W3CDTF">2026-07-27T18:36:24Z</dcterms:modified>
</cp:coreProperties>
</file>